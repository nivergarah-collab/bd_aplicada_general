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61" r:id="rId5"/>
    <p:sldId id="337" r:id="rId6"/>
    <p:sldId id="348" r:id="rId7"/>
    <p:sldId id="349" r:id="rId8"/>
    <p:sldId id="350" r:id="rId9"/>
    <p:sldId id="378" r:id="rId10"/>
    <p:sldId id="375" r:id="rId11"/>
    <p:sldId id="376" r:id="rId12"/>
    <p:sldId id="37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2336" autoAdjust="0"/>
  </p:normalViewPr>
  <p:slideViewPr>
    <p:cSldViewPr>
      <p:cViewPr varScale="1">
        <p:scale>
          <a:sx n="41" d="100"/>
          <a:sy n="41" d="100"/>
        </p:scale>
        <p:origin x="100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28-01-2026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5266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5540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94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2"/>
            <a:ext cx="20104100" cy="113093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4237156" y="8980243"/>
            <a:ext cx="11629791" cy="92921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56079" y="3779092"/>
            <a:ext cx="6591943" cy="213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2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  <p:sldLayoutId id="2147483679" r:id="rId1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10972800" cy="1754326"/>
          </a:xfrm>
        </p:spPr>
        <p:txBody>
          <a:bodyPr/>
          <a:lstStyle/>
          <a:p>
            <a:r>
              <a:rPr lang="es-CL" sz="3800" spc="-10" dirty="0"/>
              <a:t>BDY1101</a:t>
            </a:r>
            <a:br>
              <a:rPr lang="es-CL" sz="3800" spc="-10" dirty="0"/>
            </a:br>
            <a:r>
              <a:rPr lang="es-CL" sz="3800" b="0" spc="-10" dirty="0"/>
              <a:t>Ejercicios -</a:t>
            </a:r>
            <a:r>
              <a:rPr lang="es-CL" sz="3800" spc="-10" dirty="0"/>
              <a:t> </a:t>
            </a:r>
            <a:r>
              <a:rPr lang="es-CL" sz="3800" b="0" spc="-10" dirty="0"/>
              <a:t>C</a:t>
            </a:r>
            <a:r>
              <a:rPr lang="es-ES" sz="3800" b="0" dirty="0" err="1"/>
              <a:t>onstruyendo</a:t>
            </a:r>
            <a:r>
              <a:rPr lang="es-ES" sz="3800" b="0" dirty="0"/>
              <a:t> un MER normalizado</a:t>
            </a:r>
            <a:endParaRPr lang="es-CL" sz="38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ES" sz="3000" dirty="0"/>
              <a:t>Práctica</a:t>
            </a:r>
            <a:endParaRPr lang="es-CL" sz="3000" dirty="0"/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Ejercicios MER Normalizado</a:t>
            </a:r>
          </a:p>
        </p:txBody>
      </p:sp>
    </p:spTree>
    <p:extLst>
      <p:ext uri="{BB962C8B-B14F-4D97-AF65-F5344CB8AC3E}">
        <p14:creationId xmlns:p14="http://schemas.microsoft.com/office/powerpoint/2010/main" val="130287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Recordemos…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CFAFDB-AE62-E595-D114-B70BD478FFEE}"/>
              </a:ext>
            </a:extLst>
          </p:cNvPr>
          <p:cNvSpPr txBox="1"/>
          <p:nvPr/>
        </p:nvSpPr>
        <p:spPr>
          <a:xfrm>
            <a:off x="618885" y="1692275"/>
            <a:ext cx="7992312" cy="588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dirty="0">
                <a:solidFill>
                  <a:srgbClr val="818990"/>
                </a:solidFill>
                <a:latin typeface="Calibri" panose="020F0502020204030204" pitchFamily="34" charset="0"/>
              </a:rPr>
              <a:t>La clase anterior, revisamos los conceptos de Normalización, la aplicación de las 3 primeras formas normales, y su relevancia en el desarrollo de bases de datos relacionales.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4000" dirty="0">
              <a:solidFill>
                <a:srgbClr val="818990"/>
              </a:solidFill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dirty="0">
                <a:solidFill>
                  <a:srgbClr val="818990"/>
                </a:solidFill>
                <a:latin typeface="Calibri" panose="020F0502020204030204" pitchFamily="34" charset="0"/>
              </a:rPr>
              <a:t>¡Ahora es momento de colocarlo en práctica!</a:t>
            </a:r>
          </a:p>
        </p:txBody>
      </p:sp>
      <p:pic>
        <p:nvPicPr>
          <p:cNvPr id="4" name="Imagen 3" descr="Imagen que contiene Tabla&#10;&#10;Descripción generada automáticamente">
            <a:extLst>
              <a:ext uri="{FF2B5EF4-FFF2-40B4-BE49-F238E27FC236}">
                <a16:creationId xmlns:a16="http://schemas.microsoft.com/office/drawing/2014/main" id="{F1F39ACE-52F4-4F3E-B4A0-A683427C4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355" y="6211321"/>
            <a:ext cx="4603393" cy="454228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8B6B4A3-98CC-44EC-99F7-9805BDFC0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5844" y="3146892"/>
            <a:ext cx="4952999" cy="6059008"/>
          </a:xfrm>
          <a:prstGeom prst="rect">
            <a:avLst/>
          </a:prstGeom>
        </p:spPr>
      </p:pic>
      <p:pic>
        <p:nvPicPr>
          <p:cNvPr id="6" name="Imagen 5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9007BD52-D534-45CA-AE32-EFDCEE8FA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954" y="2149475"/>
            <a:ext cx="4501794" cy="402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Ejercicios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CFAFDB-AE62-E595-D114-B70BD478FFEE}"/>
              </a:ext>
            </a:extLst>
          </p:cNvPr>
          <p:cNvSpPr txBox="1"/>
          <p:nvPr/>
        </p:nvSpPr>
        <p:spPr>
          <a:xfrm>
            <a:off x="984250" y="1614093"/>
            <a:ext cx="18386905" cy="8504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Podrás encontra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r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ES" sz="4000" b="1" i="0" u="none" strike="noStrike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dentro del” 2.1.4 Material complementario”, 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ejercicios propuestos para realizar el proceso de normalización, pero recuerda, ¡tú puedes elegir normalizar cualquier otro documento!, puedes utilizar alguno de estos elementos para reforzar tus conocimientos: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Boletas de supermercado o </a:t>
            </a:r>
            <a:r>
              <a:rPr lang="es-ES" sz="4000" b="1" dirty="0" err="1">
                <a:solidFill>
                  <a:srgbClr val="818990"/>
                </a:solidFill>
                <a:latin typeface="Calibri" panose="020F0502020204030204" pitchFamily="34" charset="0"/>
              </a:rPr>
              <a:t>retail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Boletas de pago de T.C./T.D.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Etiquetas de productos alimenticios u otros.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Cuentas de servicios 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básicos(agua, electricidad,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 internet, </a:t>
            </a:r>
            <a:r>
              <a:rPr lang="es-ES" sz="4000" b="1" dirty="0" err="1">
                <a:solidFill>
                  <a:srgbClr val="818990"/>
                </a:solidFill>
                <a:latin typeface="Calibri" panose="020F0502020204030204" pitchFamily="34" charset="0"/>
              </a:rPr>
              <a:t>etc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…)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Tu biblioteca de </a:t>
            </a:r>
            <a:r>
              <a:rPr lang="es-ES" sz="4000" b="1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Steam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Infografías encontradas en tu sede.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¡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Entre otros!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25FB1-726E-40A3-739E-56C2C25D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466" y="4895759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85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Ejercicios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CFAFDB-AE62-E595-D114-B70BD478FFEE}"/>
              </a:ext>
            </a:extLst>
          </p:cNvPr>
          <p:cNvSpPr txBox="1"/>
          <p:nvPr/>
        </p:nvSpPr>
        <p:spPr>
          <a:xfrm>
            <a:off x="1289051" y="3782623"/>
            <a:ext cx="7391399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4000" b="1" dirty="0">
              <a:solidFill>
                <a:srgbClr val="818990"/>
              </a:solidFill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Puedes utilizar herramientas que te servirán para guíate durante el proceso, prueba utilizando Excel para identificar y aplicar las formas normales.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4000" b="1" dirty="0">
              <a:solidFill>
                <a:srgbClr val="818990"/>
              </a:solidFill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Puedes utilizar cualquier otra herramienta de tu preferencia.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96EEF-7AD2-A6A2-600D-5F05D3C04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4167730"/>
            <a:ext cx="10717121" cy="6192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FA0A9E-D904-8249-1454-1A7B4A0A708B}"/>
              </a:ext>
            </a:extLst>
          </p:cNvPr>
          <p:cNvSpPr txBox="1"/>
          <p:nvPr/>
        </p:nvSpPr>
        <p:spPr>
          <a:xfrm>
            <a:off x="1365250" y="1972257"/>
            <a:ext cx="132588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¿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Te cuesta llevar a cabo el proceso de normalización?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4000" b="1" dirty="0">
              <a:solidFill>
                <a:srgbClr val="818990"/>
              </a:solidFill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No te preocupes…</a:t>
            </a:r>
          </a:p>
        </p:txBody>
      </p:sp>
    </p:spTree>
    <p:extLst>
      <p:ext uri="{BB962C8B-B14F-4D97-AF65-F5344CB8AC3E}">
        <p14:creationId xmlns:p14="http://schemas.microsoft.com/office/powerpoint/2010/main" val="65412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REFLEXIONEMOS</a:t>
            </a:r>
            <a:endParaRPr lang="es-CL" dirty="0"/>
          </a:p>
        </p:txBody>
      </p:sp>
      <p:pic>
        <p:nvPicPr>
          <p:cNvPr id="4" name="Imagen 4" descr="Un grupo de personas sentadas en una oficina&#10;&#10;Descripción generada automáticamente">
            <a:extLst>
              <a:ext uri="{FF2B5EF4-FFF2-40B4-BE49-F238E27FC236}">
                <a16:creationId xmlns:a16="http://schemas.microsoft.com/office/drawing/2014/main" id="{DA6E1A82-A76E-5796-CBA4-F6427AD7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2360239"/>
            <a:ext cx="6684533" cy="658887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27F7EEB-2ADB-7C29-8C28-6EBF23714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850" y="3994558"/>
            <a:ext cx="11430000" cy="373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781" tIns="75390" rIns="150781" bIns="7539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202" indent="-471202" algn="l" defTabSz="150784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2638" b="1" dirty="0">
                <a:latin typeface="Montserrat"/>
                <a:cs typeface="Arial"/>
              </a:rPr>
              <a:t>¿Por qué crees que es relevante la aplicación de las 3 formas normales?</a:t>
            </a:r>
            <a:endParaRPr lang="es-ES" sz="2638" b="1" dirty="0">
              <a:latin typeface="Montserrat"/>
            </a:endParaRPr>
          </a:p>
          <a:p>
            <a:pPr marL="471202" indent="-471202" algn="l" defTabSz="150784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2638" b="1" dirty="0">
                <a:latin typeface="Montserrat"/>
                <a:cs typeface="Arial"/>
              </a:rPr>
              <a:t>¿Encontraste algún dato necesario para el modelo de negocio que no estaba reflejado de manera explicita?</a:t>
            </a:r>
            <a:endParaRPr lang="es-ES" sz="2309" dirty="0"/>
          </a:p>
          <a:p>
            <a:pPr marL="471202" indent="-471202" algn="l" defTabSz="150784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2638" b="1" dirty="0">
                <a:latin typeface="Montserrat"/>
                <a:cs typeface="Arial"/>
              </a:rPr>
              <a:t>¿Con las 3 formas normales, podemos eliminar la redundancia y duplicidad de datos?</a:t>
            </a:r>
          </a:p>
        </p:txBody>
      </p:sp>
    </p:spTree>
    <p:extLst>
      <p:ext uri="{BB962C8B-B14F-4D97-AF65-F5344CB8AC3E}">
        <p14:creationId xmlns:p14="http://schemas.microsoft.com/office/powerpoint/2010/main" val="251410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50" y="5146843"/>
            <a:ext cx="8909050" cy="1015663"/>
          </a:xfrm>
        </p:spPr>
        <p:txBody>
          <a:bodyPr/>
          <a:lstStyle/>
          <a:p>
            <a:r>
              <a:rPr lang="es-CL" sz="6600" dirty="0"/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416123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customXml/itemProps3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4679</TotalTime>
  <Words>259</Words>
  <Application>Microsoft Office PowerPoint</Application>
  <PresentationFormat>Custom</PresentationFormat>
  <Paragraphs>36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Montserrat</vt:lpstr>
      <vt:lpstr>Wingdings</vt:lpstr>
      <vt:lpstr>Office Theme</vt:lpstr>
      <vt:lpstr>BDY1101 Ejercicios - Construyendo un MER normalizado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¡MUCHAS GRACIAS!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GIANCARLO FAVIO JAQUE OJEDA</cp:lastModifiedBy>
  <cp:revision>515</cp:revision>
  <dcterms:created xsi:type="dcterms:W3CDTF">2022-07-20T19:15:37Z</dcterms:created>
  <dcterms:modified xsi:type="dcterms:W3CDTF">2026-01-28T03:06:54Z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
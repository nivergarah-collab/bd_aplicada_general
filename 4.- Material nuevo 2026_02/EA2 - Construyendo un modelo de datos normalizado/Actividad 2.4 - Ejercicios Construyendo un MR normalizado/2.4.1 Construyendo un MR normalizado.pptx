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61" r:id="rId5"/>
    <p:sldId id="337" r:id="rId6"/>
    <p:sldId id="363" r:id="rId7"/>
    <p:sldId id="349" r:id="rId8"/>
    <p:sldId id="350" r:id="rId9"/>
    <p:sldId id="375" r:id="rId10"/>
    <p:sldId id="376" r:id="rId11"/>
    <p:sldId id="377" r:id="rId1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86182" autoAdjust="0"/>
  </p:normalViewPr>
  <p:slideViewPr>
    <p:cSldViewPr>
      <p:cViewPr varScale="1">
        <p:scale>
          <a:sx n="43" d="100"/>
          <a:sy n="43" d="100"/>
        </p:scale>
        <p:origin x="90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28-01-2026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099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5266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C2C890-E6DE-1A45-98C6-E722FA6368DA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5540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2"/>
            <a:ext cx="20104100" cy="113093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4237156" y="8980243"/>
            <a:ext cx="11629791" cy="92921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56079" y="3779092"/>
            <a:ext cx="6591943" cy="213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14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  <p:sldLayoutId id="2147483679" r:id="rId1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10820400" cy="1754326"/>
          </a:xfrm>
        </p:spPr>
        <p:txBody>
          <a:bodyPr/>
          <a:lstStyle/>
          <a:p>
            <a:r>
              <a:rPr lang="es-CL" sz="3800" spc="-10" dirty="0"/>
              <a:t>BDY1101</a:t>
            </a:r>
            <a:br>
              <a:rPr lang="es-CL" sz="3800" spc="-10" dirty="0"/>
            </a:br>
            <a:r>
              <a:rPr lang="es-CL" b="0" spc="-10" dirty="0"/>
              <a:t>Ejercicios - </a:t>
            </a:r>
            <a:r>
              <a:rPr lang="es-ES" sz="3800" b="0" dirty="0"/>
              <a:t>Construyendo un MR normalizado</a:t>
            </a:r>
            <a:endParaRPr lang="es-CL" sz="3800" dirty="0"/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ES" sz="3000" dirty="0"/>
              <a:t>Práctica</a:t>
            </a:r>
            <a:endParaRPr lang="es-CL" sz="3000" dirty="0"/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8D9A-2C1C-F3A0-25C0-28B705E7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280C33DE-B863-D5BC-16C5-CE7C5F68997E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6D966B3-C8C7-72BD-E558-6BD727873E1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MODELO LÓGICO</a:t>
            </a:r>
          </a:p>
        </p:txBody>
      </p:sp>
    </p:spTree>
    <p:extLst>
      <p:ext uri="{BB962C8B-B14F-4D97-AF65-F5344CB8AC3E}">
        <p14:creationId xmlns:p14="http://schemas.microsoft.com/office/powerpoint/2010/main" val="229466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Recordemos…</a:t>
            </a:r>
            <a:endParaRPr lang="es-CL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CFAFDB-AE62-E595-D114-B70BD478FFEE}"/>
              </a:ext>
            </a:extLst>
          </p:cNvPr>
          <p:cNvSpPr txBox="1"/>
          <p:nvPr/>
        </p:nvSpPr>
        <p:spPr>
          <a:xfrm>
            <a:off x="618885" y="1692275"/>
            <a:ext cx="799231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dirty="0">
                <a:solidFill>
                  <a:srgbClr val="818990"/>
                </a:solidFill>
                <a:latin typeface="Calibri" panose="020F0502020204030204" pitchFamily="34" charset="0"/>
              </a:rPr>
              <a:t>La clase anterior, revisamos como podemos completar el proceso de normalización con el desarrollo del diagrama MERE.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endParaRPr lang="es-ES" sz="4000" dirty="0">
              <a:solidFill>
                <a:srgbClr val="818990"/>
              </a:solidFill>
              <a:latin typeface="Calibri" panose="020F050202020403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dirty="0">
                <a:solidFill>
                  <a:srgbClr val="818990"/>
                </a:solidFill>
                <a:latin typeface="Calibri" panose="020F0502020204030204" pitchFamily="34" charset="0"/>
              </a:rPr>
              <a:t>¡Ahora es momento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dirty="0">
                <a:solidFill>
                  <a:srgbClr val="818990"/>
                </a:solidFill>
                <a:latin typeface="Calibri" panose="020F0502020204030204" pitchFamily="34" charset="0"/>
              </a:rPr>
              <a:t> de colocarlo en práctica!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E72C88-CDB9-82B7-CFE3-14FAEFEE0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4435475"/>
            <a:ext cx="1252732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Ejercicios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CFAFDB-AE62-E595-D114-B70BD478FFEE}"/>
              </a:ext>
            </a:extLst>
          </p:cNvPr>
          <p:cNvSpPr txBox="1"/>
          <p:nvPr/>
        </p:nvSpPr>
        <p:spPr>
          <a:xfrm>
            <a:off x="984250" y="1614093"/>
            <a:ext cx="18386905" cy="850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Podrás encontra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r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 dentro del” 2.4 Material complementario”, ejercicios propuestos para realizar el proceso de normalización y desarrollo del MERE, pero recuerda, ¡tú puedes elegir normalizar y diagramar cualquier otro documento!, puedes utilizar alguno de estos elementos para reforzar tus conocimientos: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Boletas de supermercado o </a:t>
            </a:r>
            <a:r>
              <a:rPr lang="es-ES" sz="4000" b="1" dirty="0" err="1">
                <a:solidFill>
                  <a:srgbClr val="818990"/>
                </a:solidFill>
                <a:latin typeface="Calibri" panose="020F0502020204030204" pitchFamily="34" charset="0"/>
              </a:rPr>
              <a:t>retail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Boletas de pago de T.C./T.D.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Etiquetas de productos alimenticios u otros.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Cuentas de servicios 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básicos(agua, electricidad,</a:t>
            </a:r>
          </a:p>
          <a:p>
            <a:pPr algn="just" rtl="0" fontAlgn="base">
              <a:spcBef>
                <a:spcPts val="1000"/>
              </a:spcBef>
              <a:spcAft>
                <a:spcPts val="0"/>
              </a:spcAft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 internet, </a:t>
            </a:r>
            <a:r>
              <a:rPr lang="es-ES" sz="4000" b="1" dirty="0" err="1">
                <a:solidFill>
                  <a:srgbClr val="818990"/>
                </a:solidFill>
                <a:latin typeface="Calibri" panose="020F0502020204030204" pitchFamily="34" charset="0"/>
              </a:rPr>
              <a:t>etc</a:t>
            </a: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…)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Tu biblioteca de </a:t>
            </a:r>
            <a:r>
              <a:rPr lang="es-ES" sz="4000" b="1" i="0" u="none" strike="noStrike" dirty="0" err="1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Steam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Infografías encontradas en tu sede.</a:t>
            </a:r>
          </a:p>
          <a:p>
            <a:pPr marL="457200" indent="-457200" algn="just" rtl="0" fontAlgn="base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4000" b="1" dirty="0">
                <a:solidFill>
                  <a:srgbClr val="818990"/>
                </a:solidFill>
                <a:latin typeface="Calibri" panose="020F0502020204030204" pitchFamily="34" charset="0"/>
              </a:rPr>
              <a:t>¡</a:t>
            </a:r>
            <a:r>
              <a:rPr lang="es-ES" sz="4000" b="1" i="0" u="none" strike="noStrike" dirty="0">
                <a:solidFill>
                  <a:srgbClr val="818990"/>
                </a:solidFill>
                <a:effectLst/>
                <a:latin typeface="Calibri" panose="020F0502020204030204" pitchFamily="34" charset="0"/>
              </a:rPr>
              <a:t>Entre otros!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725FB1-726E-40A3-739E-56C2C25D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466" y="4895759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85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REFLEXIONEMOS</a:t>
            </a:r>
            <a:endParaRPr lang="es-CL" dirty="0"/>
          </a:p>
        </p:txBody>
      </p:sp>
      <p:pic>
        <p:nvPicPr>
          <p:cNvPr id="4" name="Imagen 4" descr="Un grupo de personas sentadas en una oficina&#10;&#10;Descripción generada automáticamente">
            <a:extLst>
              <a:ext uri="{FF2B5EF4-FFF2-40B4-BE49-F238E27FC236}">
                <a16:creationId xmlns:a16="http://schemas.microsoft.com/office/drawing/2014/main" id="{DA6E1A82-A76E-5796-CBA4-F6427AD7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360239"/>
            <a:ext cx="6684533" cy="658887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7F7EEB-2ADB-7C29-8C28-6EBF23714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0850" y="4603507"/>
            <a:ext cx="11430000" cy="25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50781" tIns="75390" rIns="150781" bIns="7539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202" indent="-471202" algn="l" defTabSz="150784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2638" b="1" dirty="0">
                <a:latin typeface="Montserrat"/>
                <a:cs typeface="Arial"/>
              </a:rPr>
              <a:t>¿Cuál es la diferencia principal que notaste al normalizar una Vista de Usuario a diagramar un MER sin Normalizar ?</a:t>
            </a:r>
            <a:endParaRPr lang="es-ES" sz="2638" b="1" dirty="0">
              <a:latin typeface="Montserrat"/>
            </a:endParaRPr>
          </a:p>
          <a:p>
            <a:pPr marL="471202" indent="-471202" algn="l" defTabSz="1507846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s-ES" sz="2638" b="1" dirty="0">
                <a:latin typeface="Montserrat"/>
                <a:cs typeface="Arial"/>
              </a:rPr>
              <a:t>¿Qué otros elementos podemos normalizar y crear su MERE?</a:t>
            </a:r>
          </a:p>
        </p:txBody>
      </p:sp>
    </p:spTree>
    <p:extLst>
      <p:ext uri="{BB962C8B-B14F-4D97-AF65-F5344CB8AC3E}">
        <p14:creationId xmlns:p14="http://schemas.microsoft.com/office/powerpoint/2010/main" val="251410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050" y="5146843"/>
            <a:ext cx="8909050" cy="1015663"/>
          </a:xfrm>
        </p:spPr>
        <p:txBody>
          <a:bodyPr/>
          <a:lstStyle/>
          <a:p>
            <a:r>
              <a:rPr lang="es-CL" sz="6600" dirty="0"/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416123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4569</TotalTime>
  <Words>187</Words>
  <Application>Microsoft Office PowerPoint</Application>
  <PresentationFormat>Custom</PresentationFormat>
  <Paragraphs>28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Montserrat</vt:lpstr>
      <vt:lpstr>Wingdings</vt:lpstr>
      <vt:lpstr>Office Theme</vt:lpstr>
      <vt:lpstr>BDY1101 Ejercicios - Construyendo un MR normalizado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¡MUCHAS GRACIAS!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GIANCARLO FAVIO JAQUE OJEDA</cp:lastModifiedBy>
  <cp:revision>339</cp:revision>
  <dcterms:created xsi:type="dcterms:W3CDTF">2022-07-20T19:15:37Z</dcterms:created>
  <dcterms:modified xsi:type="dcterms:W3CDTF">2026-01-28T15:47:49Z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